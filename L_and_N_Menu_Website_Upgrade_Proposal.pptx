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ADE80"/>
                </a:solidFill>
                <a:latin typeface="Calibri"/>
              </a:rPr>
              <a:t>L&amp;N KITCHEN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AFAFA"/>
                </a:solidFill>
                <a:latin typeface="Calibri"/>
              </a:rPr>
              <a:t>Menu Website
Upgrade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1A1AA"/>
                </a:solidFill>
                <a:latin typeface="Calibri"/>
              </a:rPr>
              <a:t>Live Grill category screenshots · phased roadmap · fixed investment of ₦1,850,000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1A1AA"/>
                </a:solidFill>
                <a:latin typeface="Calibri"/>
              </a:rPr>
              <a:t>Prepared for L&amp;N Kitchen leadership  ·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AFAFA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FAFAFA"/>
                </a:solidFill>
                <a:latin typeface="Calibri"/>
              </a:rPr>
              <a:t>•  Live product walkthrough — customer (mobile, Grill category) &amp; admin dashboard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FAFAFA"/>
                </a:solidFill>
                <a:latin typeface="Calibri"/>
              </a:rPr>
              <a:t>•  Where we are today and the upgrade opportunity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FAFAFA"/>
                </a:solidFill>
                <a:latin typeface="Calibri"/>
              </a:rPr>
              <a:t>•  Proposed vision and upgrade pillars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FAFAFA"/>
                </a:solidFill>
                <a:latin typeface="Calibri"/>
              </a:rPr>
              <a:t>•  Phased delivery roadmap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FAFAFA"/>
                </a:solidFill>
                <a:latin typeface="Calibri"/>
              </a:rPr>
              <a:t>•  Fixed cost breakdown — ₦1,850,000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FAFAFA"/>
                </a:solidFill>
                <a:latin typeface="Calibri"/>
              </a:rPr>
              <a:t>•  Expected outcomes and recommended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1A1AA"/>
                </a:solidFill>
                <a:latin typeface="Calibri"/>
              </a:rPr>
              <a:t>L&amp;N Kitchen  ·  Menu Website Upgrade Proposal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AFAFA"/>
                </a:solidFill>
                <a:latin typeface="Calibri"/>
              </a:rPr>
              <a:t>Customer experience (mobile)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04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A1A1AA"/>
                </a:solidFill>
                <a:latin typeface="Calibri"/>
              </a:rPr>
              <a:t>Grill category · swipe deck, dish detail, wish list</a:t>
            </a:r>
          </a:p>
        </p:txBody>
      </p:sp>
      <p:pic>
        <p:nvPicPr>
          <p:cNvPr id="6" name="Picture 5" descr="01-customer-menu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90" y="1051560"/>
            <a:ext cx="2260539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97103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A1A1AA"/>
                </a:solidFill>
                <a:latin typeface="Calibri"/>
              </a:rPr>
              <a:t>Swipe menu — Grill</a:t>
            </a:r>
          </a:p>
        </p:txBody>
      </p:sp>
      <p:pic>
        <p:nvPicPr>
          <p:cNvPr id="8" name="Picture 7" descr="03-customer-dish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490" y="1051560"/>
            <a:ext cx="2260539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0" y="597103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A1A1AA"/>
                </a:solidFill>
                <a:latin typeface="Calibri"/>
              </a:rPr>
              <a:t>Dish detail</a:t>
            </a:r>
          </a:p>
        </p:txBody>
      </p:sp>
      <p:pic>
        <p:nvPicPr>
          <p:cNvPr id="10" name="Picture 9" descr="04-customer-wishlist-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6689" y="1051560"/>
            <a:ext cx="2260539" cy="4892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3879" y="597103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A1A1AA"/>
                </a:solidFill>
                <a:latin typeface="Calibri"/>
              </a:rPr>
              <a:t>Wish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1A1AA"/>
                </a:solidFill>
                <a:latin typeface="Calibri"/>
              </a:rPr>
              <a:t>L&amp;N Kitchen  ·  Menu Website Upgrade Proposal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AFAFA"/>
                </a:solidFill>
                <a:latin typeface="Calibri"/>
              </a:rPr>
              <a:t>Admin — login &amp; live 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04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A1A1AA"/>
                </a:solidFill>
                <a:latin typeface="Calibri"/>
              </a:rPr>
              <a:t>Secure sign-in and live order control with Mark paid</a:t>
            </a:r>
          </a:p>
        </p:txBody>
      </p:sp>
      <p:pic>
        <p:nvPicPr>
          <p:cNvPr id="6" name="Picture 5" descr="05-admin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65935"/>
            <a:ext cx="5394960" cy="3371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87959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A1A1AA"/>
                </a:solidFill>
                <a:latin typeface="Calibri"/>
              </a:rPr>
              <a:t>Admin login</a:t>
            </a:r>
          </a:p>
        </p:txBody>
      </p:sp>
      <p:pic>
        <p:nvPicPr>
          <p:cNvPr id="8" name="Picture 7" descr="06-admin-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708785"/>
            <a:ext cx="5577840" cy="3486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879592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A1A1AA"/>
                </a:solidFill>
                <a:latin typeface="Calibri"/>
              </a:rPr>
              <a:t>Orders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1A1AA"/>
                </a:solidFill>
                <a:latin typeface="Calibri"/>
              </a:rPr>
              <a:t>L&amp;N Kitchen  ·  Menu Website Upgrade Proposal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AFAFA"/>
                </a:solidFill>
                <a:latin typeface="Calibri"/>
              </a:rPr>
              <a:t>Admin — menu &amp; staff CMS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04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A1A1AA"/>
                </a:solidFill>
                <a:latin typeface="Calibri"/>
              </a:rPr>
              <a:t>Categories, dishes, and waiter profiles</a:t>
            </a:r>
          </a:p>
        </p:txBody>
      </p:sp>
      <p:pic>
        <p:nvPicPr>
          <p:cNvPr id="6" name="Picture 5" descr="07-admin-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0285"/>
            <a:ext cx="3749039" cy="23431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879592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A1A1AA"/>
                </a:solidFill>
                <a:latin typeface="Calibri"/>
              </a:rPr>
              <a:t>Categories</a:t>
            </a:r>
          </a:p>
        </p:txBody>
      </p:sp>
      <p:pic>
        <p:nvPicPr>
          <p:cNvPr id="8" name="Picture 7" descr="08b-admin-dishes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280285"/>
            <a:ext cx="3749039" cy="23431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51960" y="5879592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A1A1AA"/>
                </a:solidFill>
                <a:latin typeface="Calibri"/>
              </a:rPr>
              <a:t>Dishes</a:t>
            </a:r>
          </a:p>
        </p:txBody>
      </p:sp>
      <p:pic>
        <p:nvPicPr>
          <p:cNvPr id="10" name="Picture 9" descr="09-admin-wai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280285"/>
            <a:ext cx="3749039" cy="23431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5879592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A1A1AA"/>
                </a:solidFill>
                <a:latin typeface="Calibri"/>
              </a:rPr>
              <a:t>Waiters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1A1AA"/>
                </a:solidFill>
                <a:latin typeface="Calibri"/>
              </a:rPr>
              <a:t>L&amp;N Kitchen  ·  Menu Website Upgrade Proposal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AFAFA"/>
                </a:solidFill>
                <a:latin typeface="Calibri"/>
              </a:rPr>
              <a:t>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04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A1A1AA"/>
                </a:solidFill>
                <a:latin typeface="Calibri"/>
              </a:rPr>
              <a:t>Already live in the L&amp;N Kitchen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ADE80"/>
                </a:solidFill>
                <a:latin typeface="Calibri"/>
              </a:rPr>
              <a:t>Guest 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Mobile swipe card deck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Category carousel &amp; search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Wish list + trash restore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Dish detail &amp; allergens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QR share for waiter pickup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Live sync after assign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Session reset after payment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9728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26187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AFAFA"/>
                </a:solidFill>
                <a:latin typeface="Calibri"/>
              </a:rPr>
              <a:t>Floor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Waiter scans guest QR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Table / lounge capture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Assign to admin (one-shot)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Order image download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Staff ID waiter profiles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097280"/>
            <a:ext cx="3383280" cy="48463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26187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AFAFA"/>
                </a:solidFill>
                <a:latin typeface="Calibri"/>
              </a:rPr>
              <a:t>Admin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6002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Orders dashboard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Accept / mark paid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Edit live order items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Categories &amp; dishes CMS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Availability toggles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Waiter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1A1AA"/>
                </a:solidFill>
                <a:latin typeface="Calibri"/>
              </a:rPr>
              <a:t>L&amp;N Kitchen  ·  Menu Website Upgrade Proposal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AFAFA"/>
                </a:solidFill>
                <a:latin typeface="Calibri"/>
              </a:rPr>
              <a:t>Opportunity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FAFAFA"/>
                </a:solidFill>
                <a:latin typeface="Calibri"/>
              </a:rPr>
              <a:t>•  Turn the in-venue phone menu into a branded L&amp;N web destination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FAFAFA"/>
                </a:solidFill>
                <a:latin typeface="Calibri"/>
              </a:rPr>
              <a:t>•  Reduce paper / chat-order mistakes with one source of truth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FAFAFA"/>
                </a:solidFill>
                <a:latin typeface="Calibri"/>
              </a:rPr>
              <a:t>•  Give kitchen and lounge shared live status from guest → paid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FAFAFA"/>
                </a:solidFill>
                <a:latin typeface="Calibri"/>
              </a:rPr>
              <a:t>•  Use order data for bestsellers, peak hours, and staff insight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FAFAFA"/>
                </a:solidFill>
                <a:latin typeface="Calibri"/>
              </a:rPr>
              <a:t>•  North star: digital hospitality that feels as curated as the food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1A1AA"/>
                </a:solidFill>
                <a:latin typeface="Calibri"/>
              </a:rPr>
              <a:t>L&amp;N Kitchen  ·  Menu Website Upgrade Proposal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AFAFA"/>
                </a:solidFill>
                <a:latin typeface="Calibri"/>
              </a:rPr>
              <a:t>Upgrade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ADE80"/>
                </a:solidFill>
                <a:latin typeface="Calibri"/>
              </a:rPr>
              <a:t>01  Brand &amp;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2423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Public landing + menu site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SEO / share previews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Desktop-friendly browse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Story &amp; atmosphere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09728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261872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AFAFA"/>
                </a:solidFill>
                <a:latin typeface="Calibri"/>
              </a:rPr>
              <a:t>02  Guest 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600200"/>
            <a:ext cx="2423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Table join via QR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Multi-guest shared order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Status timeline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Receipts &amp;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09728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261872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AFAFA"/>
                </a:solidFill>
                <a:latin typeface="Calibri"/>
              </a:rPr>
              <a:t>03  Ops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00200"/>
            <a:ext cx="2423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Kitchen display (KDS)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Printer / alerts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Shift reports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Role permissions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09728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0" y="1261872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AFAFA"/>
                </a:solidFill>
                <a:latin typeface="Calibri"/>
              </a:rPr>
              <a:t>04 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600200"/>
            <a:ext cx="2423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Promos &amp; set menus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VIP / lounge packages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Analytics dashboard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Loyalty hooks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1A1AA"/>
                </a:solidFill>
                <a:latin typeface="Calibri"/>
              </a:rPr>
              <a:t>L&amp;N Kitchen  ·  Menu Website Upgrade Proposal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AFAFA"/>
                </a:solidFill>
                <a:latin typeface="Calibri"/>
              </a:rPr>
              <a:t>Phased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04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A1A1AA"/>
                </a:solidFill>
                <a:latin typeface="Calibri"/>
              </a:rPr>
              <a:t>Everything below is covered by the ₦1,850,000 package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AFAFA"/>
                </a:solidFill>
                <a:latin typeface="Calibri"/>
              </a:rPr>
              <a:t>Phase 1 — Polish</a:t>
            </a:r>
          </a:p>
          <a:p>
            <a:r>
              <a:rPr sz="1100" b="0">
                <a:solidFill>
                  <a:srgbClr val="4ADE80"/>
                </a:solidFill>
                <a:latin typeface="Calibri"/>
              </a:rPr>
              <a:t>Weeks 1–3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11680"/>
            <a:ext cx="2468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• Public brand landing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• Desktop menu browse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• Status UX clarity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• Analytics basics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09728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47872" y="123444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AFAFA"/>
                </a:solidFill>
                <a:latin typeface="Calibri"/>
              </a:rPr>
              <a:t>Phase 2 — Shared dining</a:t>
            </a:r>
          </a:p>
          <a:p>
            <a:r>
              <a:rPr sz="1100" b="0">
                <a:solidFill>
                  <a:srgbClr val="4ADE80"/>
                </a:solidFill>
                <a:latin typeface="Calibri"/>
              </a:rPr>
              <a:t>Weeks 4–7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011680"/>
            <a:ext cx="2468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• Multi-guest table order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• Guest status timeline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• Waiter alerts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• Dietary filters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09728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23444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AFAFA"/>
                </a:solidFill>
                <a:latin typeface="Calibri"/>
              </a:rPr>
              <a:t>Phase 3 — Kitchen</a:t>
            </a:r>
          </a:p>
          <a:p>
            <a:r>
              <a:rPr sz="1100" b="0">
                <a:solidFill>
                  <a:srgbClr val="4ADE80"/>
                </a:solidFill>
                <a:latin typeface="Calibri"/>
              </a:rPr>
              <a:t>Weeks 8–12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011680"/>
            <a:ext cx="2468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• Kitchen display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• Print / notify hooks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• Roles &amp; audit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• Shift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09728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00032" y="123444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AFAFA"/>
                </a:solidFill>
                <a:latin typeface="Calibri"/>
              </a:rPr>
              <a:t>Phase 4 — Growth</a:t>
            </a:r>
          </a:p>
          <a:p>
            <a:r>
              <a:rPr sz="1100" b="0">
                <a:solidFill>
                  <a:srgbClr val="4ADE80"/>
                </a:solidFill>
                <a:latin typeface="Calibri"/>
              </a:rPr>
              <a:t>Weeks 12–14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2011680"/>
            <a:ext cx="2468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• Promos &amp; set menus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• VIP packages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• Loyalty hooks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• SEO polish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1A1AA"/>
                </a:solidFill>
                <a:latin typeface="Calibri"/>
              </a:rPr>
              <a:t>L&amp;N Kitchen  ·  Menu Website Upgrade Proposal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AFAFA"/>
                </a:solidFill>
                <a:latin typeface="Calibri"/>
              </a:rPr>
              <a:t>Cost breakdown — ₦1,850,000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04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A1A1AA"/>
                </a:solidFill>
                <a:latin typeface="Calibri"/>
              </a:rPr>
              <a:t>Fixed package investment (One Million, Eight Hundred and Fifty Thousand Naira)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DE80"/>
                </a:solidFill>
                <a:latin typeface="Calibri"/>
              </a:rPr>
              <a:t>Workstream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05156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DE80"/>
                </a:solidFill>
                <a:latin typeface="Calibri"/>
              </a:rPr>
              <a:t>Amount (NGN)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0515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DE80"/>
                </a:solidFill>
                <a:latin typeface="Calibri"/>
              </a:rPr>
              <a:t>Share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55680" cy="502920"/>
          </a:xfrm>
          <a:prstGeom prst="roundRect">
            <a:avLst>
              <a:gd name="adj" fmla="val 12000"/>
            </a:avLst>
          </a:prstGeom>
          <a:solidFill>
            <a:srgbClr val="141416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481328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AFAFA"/>
                </a:solidFill>
                <a:latin typeface="Calibri"/>
              </a:rPr>
              <a:t>UX / UI design &amp; brand landing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48132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A1A1AA"/>
                </a:solidFill>
                <a:latin typeface="Calibri"/>
              </a:rPr>
              <a:t>₦300,000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481328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A1A1AA"/>
                </a:solidFill>
                <a:latin typeface="Calibri"/>
              </a:rPr>
              <a:t>16%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938528"/>
            <a:ext cx="11155680" cy="502920"/>
          </a:xfrm>
          <a:prstGeom prst="roundRect">
            <a:avLst>
              <a:gd name="adj" fmla="val 12000"/>
            </a:avLst>
          </a:prstGeom>
          <a:solidFill>
            <a:srgbClr val="141416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048256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AFAFA"/>
                </a:solidFill>
                <a:latin typeface="Calibri"/>
              </a:rPr>
              <a:t>Public website + desktop menu browse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048256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A1A1AA"/>
                </a:solidFill>
                <a:latin typeface="Calibri"/>
              </a:rPr>
              <a:t>₦350,000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048256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A1A1AA"/>
                </a:solidFill>
                <a:latin typeface="Calibri"/>
              </a:rPr>
              <a:t>19%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05456"/>
            <a:ext cx="11155680" cy="502920"/>
          </a:xfrm>
          <a:prstGeom prst="roundRect">
            <a:avLst>
              <a:gd name="adj" fmla="val 12000"/>
            </a:avLst>
          </a:prstGeom>
          <a:solidFill>
            <a:srgbClr val="141416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2615184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AFAFA"/>
                </a:solidFill>
                <a:latin typeface="Calibri"/>
              </a:rPr>
              <a:t>Guest journey upgrades (shared order, status, filters)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61518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A1A1AA"/>
                </a:solidFill>
                <a:latin typeface="Calibri"/>
              </a:rPr>
              <a:t>₦400,000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615184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A1A1AA"/>
                </a:solidFill>
                <a:latin typeface="Calibri"/>
              </a:rPr>
              <a:t>22%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072384"/>
            <a:ext cx="11155680" cy="502920"/>
          </a:xfrm>
          <a:prstGeom prst="roundRect">
            <a:avLst>
              <a:gd name="adj" fmla="val 12000"/>
            </a:avLst>
          </a:prstGeom>
          <a:solidFill>
            <a:srgbClr val="141416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182112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AFAFA"/>
                </a:solidFill>
                <a:latin typeface="Calibri"/>
              </a:rPr>
              <a:t>Waiter &amp; kitchen ops (KDS, alerts, roles, reports)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18211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A1A1AA"/>
                </a:solidFill>
                <a:latin typeface="Calibri"/>
              </a:rPr>
              <a:t>₦450,000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18211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A1A1AA"/>
                </a:solidFill>
                <a:latin typeface="Calibri"/>
              </a:rPr>
              <a:t>24%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639312"/>
            <a:ext cx="11155680" cy="502920"/>
          </a:xfrm>
          <a:prstGeom prst="roundRect">
            <a:avLst>
              <a:gd name="adj" fmla="val 12000"/>
            </a:avLst>
          </a:prstGeom>
          <a:solidFill>
            <a:srgbClr val="141416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374904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AFAFA"/>
                </a:solidFill>
                <a:latin typeface="Calibri"/>
              </a:rPr>
              <a:t>Analytics, staff training &amp; 30-day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7490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A1A1AA"/>
                </a:solidFill>
                <a:latin typeface="Calibri"/>
              </a:rPr>
              <a:t>₦200,000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74904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A1A1AA"/>
                </a:solidFill>
                <a:latin typeface="Calibri"/>
              </a:rPr>
              <a:t>11%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206240"/>
            <a:ext cx="11155680" cy="502920"/>
          </a:xfrm>
          <a:prstGeom prst="roundRect">
            <a:avLst>
              <a:gd name="adj" fmla="val 12000"/>
            </a:avLst>
          </a:prstGeom>
          <a:solidFill>
            <a:srgbClr val="141416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4315968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AFAFA"/>
                </a:solidFill>
                <a:latin typeface="Calibri"/>
              </a:rPr>
              <a:t>Project contingency &amp; QA buffer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3159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A1A1AA"/>
                </a:solidFill>
                <a:latin typeface="Calibri"/>
              </a:rPr>
              <a:t>₦150,000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315968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A1A1AA"/>
                </a:solidFill>
                <a:latin typeface="Calibri"/>
              </a:rPr>
              <a:t>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937760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138928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AFAFA"/>
                </a:solidFill>
                <a:latin typeface="Calibri"/>
              </a:rPr>
              <a:t>TOTAL PACKAGE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102352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600" b="1">
                <a:solidFill>
                  <a:srgbClr val="FAFAFA"/>
                </a:solidFill>
                <a:latin typeface="Calibri"/>
              </a:rPr>
              <a:t>₦1,850,000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1A1AA"/>
                </a:solidFill>
                <a:latin typeface="Calibri"/>
              </a:rPr>
              <a:t>Includes delivery of Phases 1–4 in the roadmap. Hosting / domain billed separately if not already covered.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1A1AA"/>
                </a:solidFill>
                <a:latin typeface="Calibri"/>
              </a:rPr>
              <a:t>L&amp;N Kitchen  ·  Menu Website Upgrade Proposal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AFAFA"/>
                </a:solidFill>
                <a:latin typeface="Calibri"/>
              </a:rPr>
              <a:t>Suggested payment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04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A1A1AA"/>
                </a:solidFill>
                <a:latin typeface="Calibri"/>
              </a:rPr>
              <a:t>Tied to delivery milestones within ₦1,850,000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ADE80"/>
                </a:solidFill>
                <a:latin typeface="Calibri"/>
              </a:rPr>
              <a:t>On kickoff  ·  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3291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₦740,000</a:t>
            </a:r>
          </a:p>
          <a:p>
            <a:pPr>
              <a:spcAft>
                <a:spcPts val="400"/>
              </a:spcAft>
            </a:pPr>
            <a:endParaRPr sz="1200" b="0">
              <a:solidFill>
                <a:srgbClr val="A1A1A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Brand assets collected, Phase 1 starts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18872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3533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AFAFA"/>
                </a:solidFill>
                <a:latin typeface="Calibri"/>
              </a:rPr>
              <a:t>Phase 1–2 demo  ·  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691640"/>
            <a:ext cx="3291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₦555,000</a:t>
            </a:r>
          </a:p>
          <a:p>
            <a:pPr>
              <a:spcAft>
                <a:spcPts val="400"/>
              </a:spcAft>
            </a:pPr>
            <a:endParaRPr sz="1200" b="0">
              <a:solidFill>
                <a:srgbClr val="A1A1A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Public site + shared dining live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18872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3533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AFAFA"/>
                </a:solidFill>
                <a:latin typeface="Calibri"/>
              </a:rPr>
              <a:t>Phase 3–4 handoff  ·  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691640"/>
            <a:ext cx="3291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₦555,000</a:t>
            </a:r>
          </a:p>
          <a:p>
            <a:pPr>
              <a:spcAft>
                <a:spcPts val="400"/>
              </a:spcAft>
            </a:pPr>
            <a:endParaRPr sz="1200" b="0">
              <a:solidFill>
                <a:srgbClr val="A1A1A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Kitchen ops + growth features +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1A1AA"/>
                </a:solidFill>
                <a:latin typeface="Calibri"/>
              </a:rPr>
              <a:t>L&amp;N Kitchen  ·  Menu Website Upgrade Proposal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AFAFA"/>
                </a:solidFill>
                <a:latin typeface="Calibri"/>
              </a:rPr>
              <a:t>Expected business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0759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ADE80"/>
                </a:solidFill>
                <a:latin typeface="Calibri"/>
              </a:rPr>
              <a:t>Faster turns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Clearer orders and paid resets reduce dead time between guests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4300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30759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AFAFA"/>
                </a:solidFill>
                <a:latin typeface="Calibri"/>
              </a:rPr>
              <a:t>Fewer 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One digital source of truth vs handwritten or chat tickets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14300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130759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ADE80"/>
                </a:solidFill>
                <a:latin typeface="Calibri"/>
              </a:rPr>
              <a:t>Higher attach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64592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Upsell-ready UI for VIP, sides, and set experiences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2044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AFAFA"/>
                </a:solidFill>
                <a:latin typeface="Calibri"/>
              </a:rPr>
              <a:t>Brand lift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2336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A website that feels like L&amp;N — not a generic PDF 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52044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80" y="368503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ADE80"/>
                </a:solidFill>
                <a:latin typeface="Calibri"/>
              </a:rPr>
              <a:t>Staff clarity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02336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Waiters and admin share the same live order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52044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368503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AFAFA"/>
                </a:solidFill>
                <a:latin typeface="Calibri"/>
              </a:rPr>
              <a:t>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02336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Calibri"/>
              </a:rPr>
              <a:t>Know what sells, when, and which tables convert wish lists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1A1AA"/>
                </a:solidFill>
                <a:latin typeface="Calibri"/>
              </a:rPr>
              <a:t>L&amp;N Kitchen  ·  Menu Website Upgrade Proposal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AFAFA"/>
                </a:solidFill>
                <a:latin typeface="Calibri"/>
              </a:rPr>
              <a:t>Recommended next steps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AFAF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430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AFAFA"/>
                </a:solidFill>
                <a:latin typeface="Calibri"/>
              </a:rPr>
              <a:t>Approve package</a:t>
            </a:r>
          </a:p>
          <a:p>
            <a:r>
              <a:rPr sz="1400" b="0">
                <a:solidFill>
                  <a:srgbClr val="A1A1AA"/>
                </a:solidFill>
                <a:latin typeface="Calibri"/>
              </a:rPr>
              <a:t>Confirm ₦1,850,000 scope and preferred payment schedule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AFAF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402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AFAFA"/>
                </a:solidFill>
                <a:latin typeface="Calibri"/>
              </a:rPr>
              <a:t>Brand workshop</a:t>
            </a:r>
          </a:p>
          <a:p>
            <a:r>
              <a:rPr sz="1400" b="0">
                <a:solidFill>
                  <a:srgbClr val="A1A1AA"/>
                </a:solidFill>
                <a:latin typeface="Calibri"/>
              </a:rPr>
              <a:t>Logo, photos, hours, location, VIP / lounge story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AFAFA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3756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AFAFA"/>
                </a:solidFill>
                <a:latin typeface="Calibri"/>
              </a:rPr>
              <a:t>Kick off Phase 1</a:t>
            </a:r>
          </a:p>
          <a:p>
            <a:r>
              <a:rPr sz="1400" b="0">
                <a:solidFill>
                  <a:srgbClr val="A1A1AA"/>
                </a:solidFill>
                <a:latin typeface="Calibri"/>
              </a:rPr>
              <a:t>Public site + desktop browse — first visible upgrade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AFAFA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3484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AFAFA"/>
                </a:solidFill>
                <a:latin typeface="Calibri"/>
              </a:rPr>
              <a:t>Pilot on floor</a:t>
            </a:r>
          </a:p>
          <a:p>
            <a:r>
              <a:rPr sz="1400" b="0">
                <a:solidFill>
                  <a:srgbClr val="A1A1AA"/>
                </a:solidFill>
                <a:latin typeface="Calibri"/>
              </a:rPr>
              <a:t>Train waiters; capture friction notes for Phase 2–3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1A1AA"/>
                </a:solidFill>
                <a:latin typeface="Calibri"/>
              </a:rPr>
              <a:t>L&amp;N Kitchen  ·  Menu Website Upgrade Proposal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ADE80"/>
                </a:solidFill>
                <a:latin typeface="Calibri"/>
              </a:rPr>
              <a:t>L&amp;N KITCHEN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AFAFA"/>
                </a:solidFill>
                <a:latin typeface="Calibri"/>
              </a:rPr>
              <a:t>Let’s make the menu feel like
the oasis guests already love.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A1A1AA"/>
                </a:solidFill>
                <a:latin typeface="Calibri"/>
              </a:rPr>
              <a:t>Fixed investment: ₦1,850,000  ·  Phases 1–4 included  ·  Ready to kick off on approval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2364</TotalTime>
  <Words>925</Words>
  <Application>Microsoft Office PowerPoint</Application>
  <PresentationFormat>Widescreen</PresentationFormat>
  <Paragraphs>182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Abdulhadi Ahmad</cp:lastModifiedBy>
  <cp:revision>1</cp:revision>
  <dcterms:created xsi:type="dcterms:W3CDTF">2013-01-27T09:14:16Z</dcterms:created>
  <dcterms:modified xsi:type="dcterms:W3CDTF">2026-08-30T12:56:37Z</dcterms:modified>
  <cp:category/>
</cp:coreProperties>
</file>